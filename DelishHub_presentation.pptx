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66BB2-8122-4C26-B95C-7B210E11044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273E0-6E23-4C0C-AC6C-B3217D299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48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273E0-6E23-4C0C-AC6C-B3217D2991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45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0354"/>
            <a:ext cx="8229600" cy="1143000"/>
          </a:xfrm>
        </p:spPr>
        <p:txBody>
          <a:bodyPr>
            <a:normAutofit/>
          </a:bodyPr>
          <a:lstStyle/>
          <a:p>
            <a:r>
              <a:rPr sz="6600" b="1" dirty="0">
                <a:latin typeface="Century Gothic" panose="020B0502020202020204" pitchFamily="34" charset="0"/>
              </a:rPr>
              <a:t>DelishHub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327" y="2637212"/>
            <a:ext cx="8229600" cy="20740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3600" dirty="0">
                <a:latin typeface="Century Gothic" panose="020B0502020202020204" pitchFamily="34" charset="0"/>
              </a:rPr>
              <a:t>Мобильное приложение для управления рецептами и планированием питания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Актуальность и 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Century Gothic" panose="020B0502020202020204" pitchFamily="34" charset="0"/>
              </a:rPr>
              <a:t>Рецепты, покупки и план питания часто хранятся в разных местах</a:t>
            </a:r>
          </a:p>
          <a:p>
            <a:r>
              <a:rPr sz="2800" dirty="0">
                <a:latin typeface="Century Gothic" panose="020B0502020202020204" pitchFamily="34" charset="0"/>
              </a:rPr>
              <a:t>Используются заметки, мессенджеры, таблицы</a:t>
            </a:r>
          </a:p>
          <a:p>
            <a:r>
              <a:rPr sz="2800" dirty="0">
                <a:latin typeface="Century Gothic" panose="020B0502020202020204" pitchFamily="34" charset="0"/>
              </a:rPr>
              <a:t>Нет единого удобного </a:t>
            </a:r>
            <a:r>
              <a:rPr lang="ru-RU" sz="2800" dirty="0">
                <a:latin typeface="Century Gothic" panose="020B0502020202020204" pitchFamily="34" charset="0"/>
              </a:rPr>
              <a:t>инструмента</a:t>
            </a:r>
            <a:endParaRPr sz="2800" dirty="0">
              <a:latin typeface="Century Gothic" panose="020B0502020202020204" pitchFamily="34" charset="0"/>
            </a:endParaRPr>
          </a:p>
          <a:p>
            <a:r>
              <a:rPr sz="2800" dirty="0">
                <a:latin typeface="Century Gothic" panose="020B0502020202020204" pitchFamily="34" charset="0"/>
              </a:rPr>
              <a:t>Проблема: </a:t>
            </a:r>
            <a:r>
              <a:rPr lang="ru-RU" sz="2800" dirty="0">
                <a:latin typeface="Century Gothic" panose="020B0502020202020204" pitchFamily="34" charset="0"/>
              </a:rPr>
              <a:t>отсутствует</a:t>
            </a:r>
            <a:r>
              <a:rPr sz="2800" dirty="0">
                <a:latin typeface="Century Gothic" panose="020B0502020202020204" pitchFamily="34" charset="0"/>
              </a:rPr>
              <a:t> </a:t>
            </a:r>
            <a:r>
              <a:rPr lang="ru-RU" sz="2800" dirty="0">
                <a:latin typeface="Century Gothic" panose="020B0502020202020204" pitchFamily="34" charset="0"/>
              </a:rPr>
              <a:t>единое</a:t>
            </a:r>
            <a:r>
              <a:rPr sz="2800" dirty="0">
                <a:latin typeface="Century Gothic" panose="020B0502020202020204" pitchFamily="34" charset="0"/>
              </a:rPr>
              <a:t> </a:t>
            </a:r>
            <a:r>
              <a:rPr lang="ru-RU" sz="2800" dirty="0">
                <a:latin typeface="Century Gothic" panose="020B0502020202020204" pitchFamily="34" charset="0"/>
              </a:rPr>
              <a:t>приложение</a:t>
            </a:r>
            <a:r>
              <a:rPr sz="2800" dirty="0">
                <a:latin typeface="Century Gothic" panose="020B0502020202020204" pitchFamily="34" charset="0"/>
              </a:rPr>
              <a:t> для комплексного управления питанием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Цель и 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>
                <a:latin typeface="Century Gothic" panose="020B0502020202020204" pitchFamily="34" charset="0"/>
              </a:rPr>
              <a:t>Цель:</a:t>
            </a:r>
          </a:p>
          <a:p>
            <a:r>
              <a:rPr sz="2800" dirty="0">
                <a:latin typeface="Century Gothic" panose="020B0502020202020204" pitchFamily="34" charset="0"/>
              </a:rPr>
              <a:t>Создание Android-приложения для рецептов и планирования питания</a:t>
            </a:r>
          </a:p>
          <a:p>
            <a:r>
              <a:rPr sz="2800" dirty="0">
                <a:latin typeface="Century Gothic" panose="020B0502020202020204" pitchFamily="34" charset="0"/>
              </a:rPr>
              <a:t>Задачи:</a:t>
            </a:r>
          </a:p>
          <a:p>
            <a:r>
              <a:rPr sz="2800" dirty="0">
                <a:latin typeface="Century Gothic" panose="020B0502020202020204" pitchFamily="34" charset="0"/>
              </a:rPr>
              <a:t>Хранение рецептов</a:t>
            </a:r>
          </a:p>
          <a:p>
            <a:r>
              <a:rPr sz="2800" dirty="0">
                <a:latin typeface="Century Gothic" panose="020B0502020202020204" pitchFamily="34" charset="0"/>
              </a:rPr>
              <a:t>Поиск и фильтрация</a:t>
            </a:r>
          </a:p>
          <a:p>
            <a:r>
              <a:rPr sz="2800" dirty="0">
                <a:latin typeface="Century Gothic" panose="020B0502020202020204" pitchFamily="34" charset="0"/>
              </a:rPr>
              <a:t>План питания по дням</a:t>
            </a:r>
          </a:p>
          <a:p>
            <a:r>
              <a:rPr sz="2800" dirty="0">
                <a:latin typeface="Century Gothic" panose="020B0502020202020204" pitchFamily="34" charset="0"/>
              </a:rPr>
              <a:t>Список покупок</a:t>
            </a:r>
          </a:p>
          <a:p>
            <a:r>
              <a:rPr sz="2800" dirty="0">
                <a:latin typeface="Century Gothic" panose="020B0502020202020204" pitchFamily="34" charset="0"/>
              </a:rPr>
              <a:t>Экспорт в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Функционал: рецепты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Century Gothic" panose="020B0502020202020204" pitchFamily="34" charset="0"/>
              </a:rPr>
              <a:t>Каталог рецептов</a:t>
            </a:r>
          </a:p>
          <a:p>
            <a:r>
              <a:rPr sz="2800" dirty="0">
                <a:latin typeface="Century Gothic" panose="020B0502020202020204" pitchFamily="34" charset="0"/>
              </a:rPr>
              <a:t>Детальная информация</a:t>
            </a:r>
          </a:p>
          <a:p>
            <a:r>
              <a:rPr sz="2800" dirty="0">
                <a:latin typeface="Century Gothic" panose="020B0502020202020204" pitchFamily="34" charset="0"/>
              </a:rPr>
              <a:t>Создание, редактирование, удаление</a:t>
            </a:r>
          </a:p>
          <a:p>
            <a:r>
              <a:rPr sz="2800" dirty="0">
                <a:latin typeface="Century Gothic" panose="020B0502020202020204" pitchFamily="34" charset="0"/>
              </a:rPr>
              <a:t>Добавление фото (галерея/камера)</a:t>
            </a:r>
          </a:p>
          <a:p>
            <a:r>
              <a:rPr sz="2800" dirty="0">
                <a:latin typeface="Century Gothic" panose="020B0502020202020204" pitchFamily="34" charset="0"/>
              </a:rPr>
              <a:t>Избранное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Century Gothic" panose="020B0502020202020204" pitchFamily="34" charset="0"/>
              </a:rPr>
              <a:t>Функционал: план и покупки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Century Gothic" panose="020B0502020202020204" pitchFamily="34" charset="0"/>
              </a:rPr>
              <a:t>План питания по дням</a:t>
            </a:r>
          </a:p>
          <a:p>
            <a:r>
              <a:rPr sz="2800" dirty="0">
                <a:latin typeface="Century Gothic" panose="020B0502020202020204" pitchFamily="34" charset="0"/>
              </a:rPr>
              <a:t>Завтрак / Обед / Ужин / Перекус</a:t>
            </a:r>
          </a:p>
          <a:p>
            <a:r>
              <a:rPr sz="2800" dirty="0">
                <a:latin typeface="Century Gothic" panose="020B0502020202020204" pitchFamily="34" charset="0"/>
              </a:rPr>
              <a:t>Указание времени</a:t>
            </a:r>
          </a:p>
          <a:p>
            <a:r>
              <a:rPr sz="2800" dirty="0">
                <a:latin typeface="Century Gothic" panose="020B0502020202020204" pitchFamily="34" charset="0"/>
              </a:rPr>
              <a:t>Список покупок</a:t>
            </a:r>
          </a:p>
          <a:p>
            <a:r>
              <a:rPr sz="2800" dirty="0">
                <a:latin typeface="Century Gothic" panose="020B0502020202020204" pitchFamily="34" charset="0"/>
              </a:rPr>
              <a:t>Экспорт рецептов в 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Используемые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Century Gothic" panose="020B0502020202020204" pitchFamily="34" charset="0"/>
              </a:rPr>
              <a:t>Kotlin</a:t>
            </a:r>
          </a:p>
          <a:p>
            <a:r>
              <a:rPr sz="2800" dirty="0">
                <a:latin typeface="Century Gothic" panose="020B0502020202020204" pitchFamily="34" charset="0"/>
              </a:rPr>
              <a:t>Jetpack Compose + Material 3</a:t>
            </a:r>
          </a:p>
          <a:p>
            <a:r>
              <a:rPr sz="2800" dirty="0">
                <a:latin typeface="Century Gothic" panose="020B0502020202020204" pitchFamily="34" charset="0"/>
              </a:rPr>
              <a:t>Room</a:t>
            </a:r>
          </a:p>
          <a:p>
            <a:r>
              <a:rPr sz="2800" dirty="0">
                <a:latin typeface="Century Gothic" panose="020B0502020202020204" pitchFamily="34" charset="0"/>
              </a:rPr>
              <a:t>WorkManager</a:t>
            </a:r>
          </a:p>
          <a:p>
            <a:r>
              <a:rPr sz="2800" dirty="0">
                <a:latin typeface="Century Gothic" panose="020B0502020202020204" pitchFamily="34" charset="0"/>
              </a:rPr>
              <a:t>Firebase Auth + Firestore</a:t>
            </a:r>
          </a:p>
          <a:p>
            <a:r>
              <a:rPr sz="2800" dirty="0">
                <a:latin typeface="Century Gothic" panose="020B0502020202020204" pitchFamily="34" charset="0"/>
              </a:rPr>
              <a:t>Coil</a:t>
            </a:r>
          </a:p>
          <a:p>
            <a:r>
              <a:rPr sz="2800" dirty="0">
                <a:latin typeface="Century Gothic" panose="020B0502020202020204" pitchFamily="34" charset="0"/>
              </a:rPr>
              <a:t>Android PDF API + SAF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Архитектура 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82338"/>
          </a:xfrm>
        </p:spPr>
        <p:txBody>
          <a:bodyPr/>
          <a:lstStyle/>
          <a:p>
            <a:r>
              <a:rPr sz="2800" dirty="0">
                <a:latin typeface="Century Gothic" panose="020B0502020202020204" pitchFamily="34" charset="0"/>
              </a:rPr>
              <a:t>MVVM архитектура</a:t>
            </a:r>
          </a:p>
          <a:p>
            <a:r>
              <a:rPr sz="2800" dirty="0">
                <a:latin typeface="Century Gothic" panose="020B0502020202020204" pitchFamily="34" charset="0"/>
              </a:rPr>
              <a:t>UI → ViewModel → Repository</a:t>
            </a:r>
          </a:p>
          <a:p>
            <a:r>
              <a:rPr sz="2800" dirty="0">
                <a:latin typeface="Century Gothic" panose="020B0502020202020204" pitchFamily="34" charset="0"/>
              </a:rPr>
              <a:t>Room + Firebase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Итоги разработки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Century Gothic" panose="020B0502020202020204" pitchFamily="34" charset="0"/>
              </a:rPr>
              <a:t>Реализовано полноценное Android-приложение</a:t>
            </a:r>
          </a:p>
          <a:p>
            <a:r>
              <a:rPr sz="2800" dirty="0">
                <a:latin typeface="Century Gothic" panose="020B0502020202020204" pitchFamily="34" charset="0"/>
              </a:rPr>
              <a:t>CRUD для рецептов</a:t>
            </a:r>
          </a:p>
          <a:p>
            <a:r>
              <a:rPr sz="2800" dirty="0">
                <a:latin typeface="Century Gothic" panose="020B0502020202020204" pitchFamily="34" charset="0"/>
              </a:rPr>
              <a:t>План питания и покупки</a:t>
            </a:r>
          </a:p>
          <a:p>
            <a:r>
              <a:rPr sz="2800" dirty="0">
                <a:latin typeface="Century Gothic" panose="020B0502020202020204" pitchFamily="34" charset="0"/>
              </a:rPr>
              <a:t>Экспорт PDF</a:t>
            </a:r>
          </a:p>
          <a:p>
            <a:r>
              <a:rPr sz="2800" dirty="0">
                <a:latin typeface="Century Gothic" panose="020B0502020202020204" pitchFamily="34" charset="0"/>
              </a:rPr>
              <a:t>Современный стек технологий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Возможные улучшения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Century Gothic" panose="020B0502020202020204" pitchFamily="34" charset="0"/>
              </a:rPr>
              <a:t>Рекомендации рецептов</a:t>
            </a:r>
          </a:p>
          <a:p>
            <a:r>
              <a:rPr sz="2800" dirty="0">
                <a:latin typeface="Century Gothic" panose="020B0502020202020204" pitchFamily="34" charset="0"/>
              </a:rPr>
              <a:t>Совместный доступ (семья)</a:t>
            </a:r>
          </a:p>
          <a:p>
            <a:r>
              <a:rPr sz="2800" dirty="0">
                <a:latin typeface="Century Gothic" panose="020B0502020202020204" pitchFamily="34" charset="0"/>
              </a:rPr>
              <a:t>Облачное хранение фото</a:t>
            </a:r>
          </a:p>
          <a:p>
            <a:r>
              <a:rPr sz="2800" dirty="0">
                <a:latin typeface="Century Gothic" panose="020B0502020202020204" pitchFamily="34" charset="0"/>
              </a:rPr>
              <a:t>Расширенные фильтры</a:t>
            </a:r>
          </a:p>
          <a:p>
            <a:r>
              <a:rPr lang="ru-RU" sz="2800" dirty="0">
                <a:latin typeface="Century Gothic" panose="020B0502020202020204" pitchFamily="34" charset="0"/>
              </a:rPr>
              <a:t>Уведомления от сервера</a:t>
            </a:r>
            <a:endParaRPr sz="28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182</Words>
  <Application>Microsoft Office PowerPoint</Application>
  <PresentationFormat>Экран (4:3)</PresentationFormat>
  <Paragraphs>53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Gothic</vt:lpstr>
      <vt:lpstr>Office Theme</vt:lpstr>
      <vt:lpstr>DelishHub</vt:lpstr>
      <vt:lpstr>Актуальность и проблема</vt:lpstr>
      <vt:lpstr>Цель и задачи проекта</vt:lpstr>
      <vt:lpstr>Функционал: рецепты</vt:lpstr>
      <vt:lpstr>Функционал: план и покупки</vt:lpstr>
      <vt:lpstr>Используемые технологии</vt:lpstr>
      <vt:lpstr>Архитектура приложения</vt:lpstr>
      <vt:lpstr>Итоги разработки</vt:lpstr>
      <vt:lpstr>Возможные улучшения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DelishHub</dc:title>
  <dc:subject/>
  <dc:creator/>
  <cp:keywords/>
  <dc:description>generated using python-pptx</dc:description>
  <cp:lastModifiedBy>Евгения Сандомирская</cp:lastModifiedBy>
  <cp:revision>3</cp:revision>
  <dcterms:created xsi:type="dcterms:W3CDTF">2013-01-27T09:14:16Z</dcterms:created>
  <dcterms:modified xsi:type="dcterms:W3CDTF">2025-12-20T03:43:04Z</dcterms:modified>
  <cp:category/>
</cp:coreProperties>
</file>